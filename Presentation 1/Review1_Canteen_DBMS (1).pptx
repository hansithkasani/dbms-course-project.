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38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11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D95D2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1F6E6B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Management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C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Implementation of a Relational Database Management System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D8C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College Canteen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3840480" cy="0"/>
          </a:xfrm>
          <a:prstGeom prst="line">
            <a:avLst/>
          </a:prstGeom>
          <a:noFill/>
          <a:ln w="25400">
            <a:solidFill>
              <a:srgbClr val="D95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Kasani Hansith Raj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8C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No: 25WU0102117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A9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Woxsen University  |  B.Tech AI/ML  |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388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review covers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755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Identification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database-driven canteen system is needed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6883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Objectives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305409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Boundaries and goals of the project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6027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36210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&amp; Functional Requirements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9867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the system and what it must 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53542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553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Design — ER Diagram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9194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Entities, attributes and relationships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68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Relational Schema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852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tables, keys and relationships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Identification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1961" y="16002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4EFE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Situation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operations today rely on manual, disconnected methods to manage menus, take orders, track kitchen preparation and generate bills.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items, prices, ingredients and stock levels are not maintained in a single organized system.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unified record linking a placed order to the ingredients it consumes or the bill it generates.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BEAE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Delayed service during rush hours due to the lack of a fast, centralized order-processing system.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and mismatches between the orders taken and the bills generated.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visibility into ingredient stock, leading to shortages or unnoticed wastage.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consolidated sales history, so popular items, revenue trends and daily performance cannot be reviewed.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6739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84903" y="594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082532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Covers menu &amp; category management, ordering, kitchen status tracking, billing, payments and ingredient stock usage.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as a normalized relational database (up to 3NF) with a Python front-end application.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to a single canteen outlet — multi-branch operation is out of scope.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3162423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5D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83680" y="370037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Design a normalized ER model and relational schema for canteen operations.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Enforce data integrity with primary keys, foreign keys and business-rule constraints.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Enable fast order entry, kitchen tracking and billing through a simple application.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Generate reports: daily sales, popular items, pending orders, ingredient consumption and revenue.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Users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interacts with the system, and how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1374550"/>
          </a:xfrm>
          <a:prstGeom prst="roundRect">
            <a:avLst>
              <a:gd name="adj" fmla="val 2712"/>
            </a:avLst>
          </a:prstGeom>
          <a:solidFill>
            <a:srgbClr val="F4EF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75" y="1645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206" y="211049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/ Staff / Guests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206" y="2552947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the menu, place orders and make payments.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35724" y="1580290"/>
            <a:ext cx="2697480" cy="1485163"/>
          </a:xfrm>
          <a:prstGeom prst="roundRect">
            <a:avLst>
              <a:gd name="adj" fmla="val 2712"/>
            </a:avLst>
          </a:prstGeom>
          <a:solidFill>
            <a:srgbClr val="F4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04304" y="1554111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Staff / Cashier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68312" y="2076571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&amp; billing desk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4182" y="2458557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orders, generate bills, record payments.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511" y="4132500"/>
            <a:ext cx="2697480" cy="1967435"/>
          </a:xfrm>
          <a:prstGeom prst="roundRect">
            <a:avLst>
              <a:gd name="adj" fmla="val 2712"/>
            </a:avLst>
          </a:prstGeom>
          <a:solidFill>
            <a:srgbClr val="F4EF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145" y="3967317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 Staff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6153" y="4424517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preparation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" y="4833047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 pending orders, update kitchen task status, use ingredient stock.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35724" y="4035896"/>
            <a:ext cx="2697480" cy="2078047"/>
          </a:xfrm>
          <a:prstGeom prst="roundRect">
            <a:avLst>
              <a:gd name="adj" fmla="val 2712"/>
            </a:avLst>
          </a:prstGeom>
          <a:solidFill>
            <a:srgbClr val="F4EFE6"/>
          </a:solidFill>
          <a:ln/>
        </p:spPr>
      </p:sp>
      <p:sp>
        <p:nvSpPr>
          <p:cNvPr id="24" name="Text 22"/>
          <p:cNvSpPr/>
          <p:nvPr/>
        </p:nvSpPr>
        <p:spPr>
          <a:xfrm>
            <a:off x="9336024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04304" y="4001975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Manager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68312" y="4351879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77456" y="4929647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 the menu, monitor stock and view sales reports.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5148"/>
                </a:solidFill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91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 menu categories and food items, including price and availability.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 a customer / cashier to place an order with one or more food items.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9352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orders for items that are marked unavailable.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575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35570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each order through statuses: Placed → Preparing → Ready → Served (or Cancelled).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4197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41788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a bill for a completed order with discount and tax, and record payment.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4800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Deduct ingredient stock automatically based on the recipe of items ordered.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54223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reports: daily sales, popular items, category-wise sales, pending orders, ingredient consumption and revenue.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5148"/>
                </a:solidFill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7</a:t>
            </a:r>
            <a:endParaRPr lang="en-US" sz="900" dirty="0"/>
          </a:p>
        </p:txBody>
      </p:sp>
      <p:pic>
        <p:nvPicPr>
          <p:cNvPr id="4" name="Picture 3" descr="This diagram illustrates a complex relational data structure with categories, items, ingredients, and their interconnections, depicting an inventory management system.&#10;&#10;AI-generated content may be incorrect.">
            <a:extLst>
              <a:ext uri="{FF2B5EF4-FFF2-40B4-BE49-F238E27FC236}">
                <a16:creationId xmlns:a16="http://schemas.microsoft.com/office/drawing/2014/main" id="{F3C8716D-2252-0D66-5B40-8FDB1366D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13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 — Relationship Notes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MenuCategory — FoodItem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434840" y="174650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5" name="Text 3"/>
          <p:cNvSpPr/>
          <p:nvPr/>
        </p:nvSpPr>
        <p:spPr>
          <a:xfrm>
            <a:off x="4434840" y="174650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77840" y="16916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category groups many food items.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FoodItem — Recipe — Ingredient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31343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31343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 : 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77840" y="22585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food item needs many ingredients; an ingredient is used in many items.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8254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— Orders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8803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8803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282549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customer can place many orders.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3924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— OrderItem — FoodItem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344728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447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M / M :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33924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order contains many order-items, each pointing to one food item.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959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— KitchenTask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401421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401421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39593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order generates one or more kitchen preparation tasks.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— Bill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458114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45811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45262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completed order produces exactly one bill.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093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— Payment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34840" y="51480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51480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50932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bill can be settled through one or more payments.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660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 — StockUsage — Orders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34840" y="57150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D95D28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5715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 : 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77840" y="566013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an order consumes (uses) ingredient stock, logged per order.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Schema — MySQL DESC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71016"/>
            <a:ext cx="47171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MenuCategory</a:t>
            </a:r>
            <a:endParaRPr lang="en-US" sz="1300" dirty="0"/>
          </a:p>
        </p:txBody>
      </p:sp>
      <p:pic>
        <p:nvPicPr>
          <p:cNvPr id="5" name="Image 0" descr="schema_shots/t01_Menu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35288"/>
            <a:ext cx="5843311" cy="1457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1715" y="1261872"/>
            <a:ext cx="38483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FoodItem</a:t>
            </a:r>
            <a:endParaRPr lang="en-US" sz="1300" dirty="0"/>
          </a:p>
        </p:txBody>
      </p:sp>
      <p:pic>
        <p:nvPicPr>
          <p:cNvPr id="7" name="Image 1" descr="schema_shots/t02_FoodI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2775"/>
            <a:ext cx="5591359" cy="17094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2162" y="3980756"/>
            <a:ext cx="395533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</a:t>
            </a:r>
            <a:endParaRPr lang="en-US" sz="1300" dirty="0"/>
          </a:p>
        </p:txBody>
      </p:sp>
      <p:pic>
        <p:nvPicPr>
          <p:cNvPr id="9" name="Image 2" descr="schema_shots/t03_Ingred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209" y="4365444"/>
            <a:ext cx="6684585" cy="19883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6750" y="292018"/>
            <a:ext cx="403381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</a:t>
            </a:r>
            <a:endParaRPr lang="en-US" sz="1300" dirty="0"/>
          </a:p>
        </p:txBody>
      </p:sp>
      <p:pic>
        <p:nvPicPr>
          <p:cNvPr id="5" name="Image 0" descr="schema_shots/t04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869908"/>
            <a:ext cx="6005543" cy="17516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608" y="2699609"/>
            <a:ext cx="510142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300" dirty="0"/>
          </a:p>
        </p:txBody>
      </p:sp>
      <p:pic>
        <p:nvPicPr>
          <p:cNvPr id="7" name="Image 1" descr="schema_shots/t05_Custo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67" y="3163529"/>
            <a:ext cx="6247793" cy="1737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6968" y="4922520"/>
            <a:ext cx="66960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</a:t>
            </a:r>
            <a:endParaRPr lang="en-US" sz="1300" dirty="0"/>
          </a:p>
        </p:txBody>
      </p:sp>
      <p:pic>
        <p:nvPicPr>
          <p:cNvPr id="9" name="Image 2" descr="schema_shots/t06_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518" y="5265593"/>
            <a:ext cx="8224065" cy="14449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6507" y="251607"/>
            <a:ext cx="36570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OrderItem</a:t>
            </a:r>
            <a:endParaRPr lang="en-US" sz="1300" dirty="0"/>
          </a:p>
        </p:txBody>
      </p:sp>
      <p:pic>
        <p:nvPicPr>
          <p:cNvPr id="5" name="Image 0" descr="schema_shots/t07_OrderI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05" y="849702"/>
            <a:ext cx="6852939" cy="1889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6505" y="3136392"/>
            <a:ext cx="48871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KitchenTask</a:t>
            </a:r>
            <a:endParaRPr lang="en-US" sz="1300" dirty="0"/>
          </a:p>
        </p:txBody>
      </p:sp>
      <p:pic>
        <p:nvPicPr>
          <p:cNvPr id="7" name="Image 1" descr="schema_shots/t08_KitchenT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9" y="3653176"/>
            <a:ext cx="6151152" cy="1737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92643" y="3187323"/>
            <a:ext cx="42993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</a:t>
            </a:r>
            <a:endParaRPr lang="en-US" sz="1300" dirty="0"/>
          </a:p>
        </p:txBody>
      </p:sp>
      <p:pic>
        <p:nvPicPr>
          <p:cNvPr id="9" name="Image 2" descr="schema_shots/t09_B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562" y="3670727"/>
            <a:ext cx="5587438" cy="15290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9000" y="210312"/>
            <a:ext cx="86602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300" dirty="0"/>
          </a:p>
        </p:txBody>
      </p:sp>
      <p:pic>
        <p:nvPicPr>
          <p:cNvPr id="5" name="Image 0" descr="schema_shots/t10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19" y="832104"/>
            <a:ext cx="8660211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619" y="3190371"/>
            <a:ext cx="68618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StockUsage</a:t>
            </a:r>
            <a:endParaRPr lang="en-US" sz="1300" dirty="0"/>
          </a:p>
        </p:txBody>
      </p:sp>
      <p:pic>
        <p:nvPicPr>
          <p:cNvPr id="7" name="Image 1" descr="schema_shots/t11_StockU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19" y="3829566"/>
            <a:ext cx="6861847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1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Canteen Food Ordering &amp; Billing Management System  |  Review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14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D95D2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F6E6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A9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Kasani Hansith Raj  |  25WU0102117  |  AIML Panthers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837</Words>
  <Application>Microsoft Office PowerPoint</Application>
  <PresentationFormat>Widescreen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Hansith Raj Kasani</cp:lastModifiedBy>
  <cp:revision>4</cp:revision>
  <dcterms:created xsi:type="dcterms:W3CDTF">2026-08-24T11:38:11Z</dcterms:created>
  <dcterms:modified xsi:type="dcterms:W3CDTF">2026-09-16T05:43:51Z</dcterms:modified>
</cp:coreProperties>
</file>